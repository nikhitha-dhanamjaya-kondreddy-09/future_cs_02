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T Supermolot Neue Bold" charset="1" panose="02000803030000020004"/>
      <p:regular r:id="rId15"/>
    </p:embeddedFont>
    <p:embeddedFont>
      <p:font typeface="Canva Sans Bold" charset="1" panose="020B0803030501040103"/>
      <p:regular r:id="rId16"/>
    </p:embeddedFont>
    <p:embeddedFont>
      <p:font typeface="Eastman Grotesque" charset="1" panose="00000500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17.svg" Type="http://schemas.openxmlformats.org/officeDocument/2006/relationships/image"/><Relationship Id="rId4" Target="../media/image9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25.sv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25.svg" Type="http://schemas.openxmlformats.org/officeDocument/2006/relationships/image"/><Relationship Id="rId6" Target="../media/image34.jpe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25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25.svg" Type="http://schemas.openxmlformats.org/officeDocument/2006/relationships/image"/><Relationship Id="rId6" Target="../media/image39.jpe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svg" Type="http://schemas.openxmlformats.org/officeDocument/2006/relationships/image"/><Relationship Id="rId4" Target="../media/image9.png" Type="http://schemas.openxmlformats.org/officeDocument/2006/relationships/image"/><Relationship Id="rId5" Target="../media/image18.svg" Type="http://schemas.openxmlformats.org/officeDocument/2006/relationships/image"/><Relationship Id="rId6" Target="../media/image24.png" Type="http://schemas.openxmlformats.org/officeDocument/2006/relationships/image"/><Relationship Id="rId7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229" y="125540"/>
            <a:ext cx="18288000" cy="10163175"/>
            <a:chOff x="0" y="0"/>
            <a:chExt cx="24384000" cy="13550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550900"/>
            </a:xfrm>
            <a:custGeom>
              <a:avLst/>
              <a:gdLst/>
              <a:ahLst/>
              <a:cxnLst/>
              <a:rect r="r" b="b" t="t" l="l"/>
              <a:pathLst>
                <a:path h="13550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550900"/>
                  </a:lnTo>
                  <a:lnTo>
                    <a:pt x="0" y="1355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81037" y="576472"/>
            <a:ext cx="1914525" cy="1628775"/>
          </a:xfrm>
          <a:custGeom>
            <a:avLst/>
            <a:gdLst/>
            <a:ahLst/>
            <a:cxnLst/>
            <a:rect r="r" b="b" t="t" l="l"/>
            <a:pathLst>
              <a:path h="1628775" w="1914525">
                <a:moveTo>
                  <a:pt x="0" y="0"/>
                </a:moveTo>
                <a:lnTo>
                  <a:pt x="1914525" y="0"/>
                </a:lnTo>
                <a:lnTo>
                  <a:pt x="191452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4153" y="-19"/>
            <a:ext cx="2590800" cy="5143500"/>
            <a:chOff x="0" y="0"/>
            <a:chExt cx="3454400" cy="685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537" y="25"/>
              <a:ext cx="3448088" cy="6862712"/>
            </a:xfrm>
            <a:custGeom>
              <a:avLst/>
              <a:gdLst/>
              <a:ahLst/>
              <a:cxnLst/>
              <a:rect r="r" b="b" t="t" l="l"/>
              <a:pathLst>
                <a:path h="6862712" w="3448088">
                  <a:moveTo>
                    <a:pt x="0" y="0"/>
                  </a:moveTo>
                  <a:lnTo>
                    <a:pt x="3448088" y="0"/>
                  </a:lnTo>
                  <a:lnTo>
                    <a:pt x="3448088" y="6862712"/>
                  </a:lnTo>
                  <a:lnTo>
                    <a:pt x="0" y="6862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53287" t="-77505" r="68" b="3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6550171" y="-3989203"/>
            <a:ext cx="9134475" cy="9134475"/>
            <a:chOff x="-8731204" y="-5316583"/>
            <a:chExt cx="12174588" cy="12174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" y="-3"/>
              <a:ext cx="12174577" cy="12174592"/>
            </a:xfrm>
            <a:custGeom>
              <a:avLst/>
              <a:gdLst/>
              <a:ahLst/>
              <a:cxnLst/>
              <a:rect r="r" b="b" t="t" l="l"/>
              <a:pathLst>
                <a:path h="12174592" w="12174577">
                  <a:moveTo>
                    <a:pt x="12174577" y="0"/>
                  </a:moveTo>
                  <a:lnTo>
                    <a:pt x="12174577" y="12174592"/>
                  </a:lnTo>
                  <a:lnTo>
                    <a:pt x="0" y="12174592"/>
                  </a:lnTo>
                  <a:lnTo>
                    <a:pt x="0" y="0"/>
                  </a:lnTo>
                  <a:lnTo>
                    <a:pt x="1217457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581113" y="577348"/>
            <a:ext cx="1914525" cy="1628775"/>
            <a:chOff x="3443378" y="770708"/>
            <a:chExt cx="2548915" cy="21698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2" y="4"/>
              <a:ext cx="2548916" cy="2169883"/>
            </a:xfrm>
            <a:custGeom>
              <a:avLst/>
              <a:gdLst/>
              <a:ahLst/>
              <a:cxnLst/>
              <a:rect r="r" b="b" t="t" l="l"/>
              <a:pathLst>
                <a:path h="2169883" w="2548916">
                  <a:moveTo>
                    <a:pt x="2548916" y="0"/>
                  </a:moveTo>
                  <a:lnTo>
                    <a:pt x="2548916" y="2169883"/>
                  </a:lnTo>
                  <a:lnTo>
                    <a:pt x="0" y="2169883"/>
                  </a:lnTo>
                  <a:lnTo>
                    <a:pt x="0" y="0"/>
                  </a:lnTo>
                  <a:lnTo>
                    <a:pt x="25489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943961" y="429692"/>
            <a:ext cx="10099548" cy="169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2"/>
              </a:lnSpc>
            </a:pPr>
            <a:r>
              <a:rPr lang="en-US" b="true" sz="1000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FUTURE INTERNS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32384" y="2526392"/>
            <a:ext cx="88792" cy="50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b="true" sz="29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3239" y="3473263"/>
            <a:ext cx="9827285" cy="169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2"/>
              </a:lnSpc>
            </a:pPr>
            <a:r>
              <a:rPr lang="en-US" b="true" sz="1000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CYBER SECURITY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88021" y="4075719"/>
            <a:ext cx="88792" cy="50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b="true" sz="29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7989" y="5580907"/>
            <a:ext cx="6087618" cy="157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7"/>
              </a:lnSpc>
            </a:pPr>
            <a:r>
              <a:rPr lang="en-US" b="true" sz="9169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TASK2_PPT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00486" y="2526392"/>
            <a:ext cx="6814433" cy="50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b="true" sz="29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SOC&amp;SIEMLogAnalysisUsing Splunk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69411" y="3559273"/>
            <a:ext cx="2593743" cy="50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b="true" sz="29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Submitted by: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00486" y="4342612"/>
            <a:ext cx="8202740" cy="48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b="true" sz="29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Nikhitha DhanamJaya Kondreddy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42871" y="5108600"/>
            <a:ext cx="5503869" cy="102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6"/>
              </a:lnSpc>
            </a:pPr>
            <a:r>
              <a:rPr lang="en-US" b="true" sz="29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College:</a:t>
            </a:r>
          </a:p>
          <a:p>
            <a:pPr algn="ctr">
              <a:lnSpc>
                <a:spcPts val="4066"/>
              </a:lnSpc>
            </a:pPr>
            <a:r>
              <a:rPr lang="en-US" b="true" sz="29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Vasavi Engineering College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24913" y="6657927"/>
            <a:ext cx="5744508" cy="153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6"/>
              </a:lnSpc>
            </a:pPr>
            <a:r>
              <a:rPr lang="en-US" b="true" sz="29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Internship:</a:t>
            </a:r>
          </a:p>
          <a:p>
            <a:pPr algn="ctr">
              <a:lnSpc>
                <a:spcPts val="4066"/>
              </a:lnSpc>
            </a:pPr>
            <a:r>
              <a:rPr lang="en-US" b="true" sz="29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Interns – Cyber Security Internship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84724" y="8723700"/>
            <a:ext cx="2766546" cy="102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6"/>
              </a:lnSpc>
            </a:pPr>
            <a:r>
              <a:rPr lang="en-US" b="true" sz="29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Repository: FUTURE_CS_02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994407" y="3254816"/>
            <a:ext cx="3295650" cy="6581775"/>
            <a:chOff x="0" y="0"/>
            <a:chExt cx="4394200" cy="8775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743" y="0"/>
              <a:ext cx="4388714" cy="8775700"/>
            </a:xfrm>
            <a:custGeom>
              <a:avLst/>
              <a:gdLst/>
              <a:ahLst/>
              <a:cxnLst/>
              <a:rect r="r" b="b" t="t" l="l"/>
              <a:pathLst>
                <a:path h="8775700" w="4388714">
                  <a:moveTo>
                    <a:pt x="0" y="0"/>
                  </a:moveTo>
                  <a:lnTo>
                    <a:pt x="4388714" y="0"/>
                  </a:lnTo>
                  <a:lnTo>
                    <a:pt x="4388714" y="8775700"/>
                  </a:lnTo>
                  <a:lnTo>
                    <a:pt x="0" y="877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4" t="-27" r="-100051" b="-45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33" y="6198680"/>
            <a:ext cx="18288000" cy="733425"/>
          </a:xfrm>
          <a:custGeom>
            <a:avLst/>
            <a:gdLst/>
            <a:ahLst/>
            <a:cxnLst/>
            <a:rect r="r" b="b" t="t" l="l"/>
            <a:pathLst>
              <a:path h="733425" w="18288000">
                <a:moveTo>
                  <a:pt x="0" y="0"/>
                </a:moveTo>
                <a:lnTo>
                  <a:pt x="18288000" y="0"/>
                </a:lnTo>
                <a:lnTo>
                  <a:pt x="18288000" y="733424"/>
                </a:lnTo>
                <a:lnTo>
                  <a:pt x="0" y="7334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7267" y="784746"/>
            <a:ext cx="571500" cy="485775"/>
            <a:chOff x="0" y="0"/>
            <a:chExt cx="762000" cy="647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457" y="-102"/>
              <a:ext cx="762000" cy="647700"/>
            </a:xfrm>
            <a:custGeom>
              <a:avLst/>
              <a:gdLst/>
              <a:ahLst/>
              <a:cxnLst/>
              <a:rect r="r" b="b" t="t" l="l"/>
              <a:pathLst>
                <a:path h="6477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61" t="-309" r="-571" b="-67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24629" y="7481030"/>
            <a:ext cx="7081838" cy="1728788"/>
            <a:chOff x="0" y="0"/>
            <a:chExt cx="9442450" cy="2305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889" y="2413"/>
              <a:ext cx="9440672" cy="2300224"/>
            </a:xfrm>
            <a:custGeom>
              <a:avLst/>
              <a:gdLst/>
              <a:ahLst/>
              <a:cxnLst/>
              <a:rect r="r" b="b" t="t" l="l"/>
              <a:pathLst>
                <a:path h="2300224" w="9440672">
                  <a:moveTo>
                    <a:pt x="0" y="0"/>
                  </a:moveTo>
                  <a:lnTo>
                    <a:pt x="9440672" y="0"/>
                  </a:lnTo>
                  <a:lnTo>
                    <a:pt x="9440672" y="2300224"/>
                  </a:lnTo>
                  <a:lnTo>
                    <a:pt x="0" y="2300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305" t="-433745" r="-140981" b="-6254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58578" y="4585240"/>
            <a:ext cx="7858125" cy="5253038"/>
            <a:chOff x="0" y="0"/>
            <a:chExt cx="10477500" cy="7004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77500" cy="7004050"/>
            </a:xfrm>
            <a:custGeom>
              <a:avLst/>
              <a:gdLst/>
              <a:ahLst/>
              <a:cxnLst/>
              <a:rect r="r" b="b" t="t" l="l"/>
              <a:pathLst>
                <a:path h="700405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004050"/>
                  </a:lnTo>
                  <a:lnTo>
                    <a:pt x="0" y="700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55733" y="5356679"/>
            <a:ext cx="571500" cy="485775"/>
            <a:chOff x="0" y="0"/>
            <a:chExt cx="762000" cy="647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457" y="-102"/>
              <a:ext cx="762000" cy="647700"/>
            </a:xfrm>
            <a:custGeom>
              <a:avLst/>
              <a:gdLst/>
              <a:ahLst/>
              <a:cxnLst/>
              <a:rect r="r" b="b" t="t" l="l"/>
              <a:pathLst>
                <a:path h="6477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61" t="-309" r="-571" b="-67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448" y="783431"/>
            <a:ext cx="576262" cy="490538"/>
            <a:chOff x="818458" y="2092458"/>
            <a:chExt cx="1528826" cy="13014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-6" y="-6"/>
              <a:ext cx="1528827" cy="1301484"/>
            </a:xfrm>
            <a:custGeom>
              <a:avLst/>
              <a:gdLst/>
              <a:ahLst/>
              <a:cxnLst/>
              <a:rect r="r" b="b" t="t" l="l"/>
              <a:pathLst>
                <a:path h="1301484" w="1528827">
                  <a:moveTo>
                    <a:pt x="1528827" y="0"/>
                  </a:moveTo>
                  <a:lnTo>
                    <a:pt x="1528827" y="1301484"/>
                  </a:lnTo>
                  <a:lnTo>
                    <a:pt x="0" y="1301484"/>
                  </a:lnTo>
                  <a:lnTo>
                    <a:pt x="0" y="0"/>
                  </a:lnTo>
                  <a:lnTo>
                    <a:pt x="15288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994731" y="3253073"/>
            <a:ext cx="6586538" cy="6586538"/>
            <a:chOff x="39990590" y="8679513"/>
            <a:chExt cx="17554816" cy="175548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4" y="-2"/>
              <a:ext cx="17554826" cy="17554828"/>
            </a:xfrm>
            <a:custGeom>
              <a:avLst/>
              <a:gdLst/>
              <a:ahLst/>
              <a:cxnLst/>
              <a:rect r="r" b="b" t="t" l="l"/>
              <a:pathLst>
                <a:path h="17554828" w="17554826">
                  <a:moveTo>
                    <a:pt x="17554825" y="0"/>
                  </a:moveTo>
                  <a:lnTo>
                    <a:pt x="17554825" y="17554828"/>
                  </a:lnTo>
                  <a:lnTo>
                    <a:pt x="0" y="17554828"/>
                  </a:lnTo>
                  <a:lnTo>
                    <a:pt x="0" y="0"/>
                  </a:lnTo>
                  <a:lnTo>
                    <a:pt x="1755482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53914" y="5355365"/>
            <a:ext cx="576262" cy="490538"/>
            <a:chOff x="1214377" y="14284292"/>
            <a:chExt cx="1528826" cy="13014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2" y="-6"/>
              <a:ext cx="1528826" cy="1301483"/>
            </a:xfrm>
            <a:custGeom>
              <a:avLst/>
              <a:gdLst/>
              <a:ahLst/>
              <a:cxnLst/>
              <a:rect r="r" b="b" t="t" l="l"/>
              <a:pathLst>
                <a:path h="1301483" w="1528826">
                  <a:moveTo>
                    <a:pt x="1528826" y="0"/>
                  </a:moveTo>
                  <a:lnTo>
                    <a:pt x="1528826" y="1301484"/>
                  </a:lnTo>
                  <a:lnTo>
                    <a:pt x="0" y="1301484"/>
                  </a:lnTo>
                  <a:lnTo>
                    <a:pt x="0" y="0"/>
                  </a:lnTo>
                  <a:lnTo>
                    <a:pt x="152882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0" y="6198680"/>
            <a:ext cx="18288000" cy="733425"/>
            <a:chOff x="0" y="16530565"/>
            <a:chExt cx="48768000" cy="19543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-4"/>
              <a:ext cx="48768000" cy="1954313"/>
            </a:xfrm>
            <a:custGeom>
              <a:avLst/>
              <a:gdLst/>
              <a:ahLst/>
              <a:cxnLst/>
              <a:rect r="r" b="b" t="t" l="l"/>
              <a:pathLst>
                <a:path h="1954313" w="48768000">
                  <a:moveTo>
                    <a:pt x="48768000" y="0"/>
                  </a:moveTo>
                  <a:lnTo>
                    <a:pt x="48768000" y="1954314"/>
                  </a:lnTo>
                  <a:lnTo>
                    <a:pt x="0" y="1954314"/>
                  </a:lnTo>
                  <a:lnTo>
                    <a:pt x="0" y="0"/>
                  </a:lnTo>
                  <a:lnTo>
                    <a:pt x="4876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28700" y="505749"/>
            <a:ext cx="5029029" cy="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7"/>
              </a:lnSpc>
            </a:pPr>
            <a:r>
              <a:rPr lang="en-US" b="true" sz="5705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INTRODUCTION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14813" y="1828171"/>
            <a:ext cx="66951" cy="38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8"/>
              </a:lnSpc>
            </a:pPr>
            <a:r>
              <a:rPr lang="en-US" b="true" sz="219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9831" y="1828171"/>
            <a:ext cx="8572109" cy="38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8"/>
              </a:lnSpc>
            </a:pPr>
            <a:r>
              <a:rPr lang="en-US" b="true" sz="219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Securitymonitoringisimportant fordetecting cyber threats.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9831" y="2247271"/>
            <a:ext cx="7612361" cy="97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b="true" sz="219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SIEM tools help analyze logs and suspicious activities. • Splunk is used for log monitoring and alert analysis.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6115" y="4934531"/>
            <a:ext cx="4537520" cy="123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3"/>
              </a:lnSpc>
            </a:pPr>
            <a:r>
              <a:rPr lang="en-US" b="true" sz="7259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OBJECTIVE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6115" y="7460942"/>
            <a:ext cx="7216759" cy="1797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3035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Analyze security logs</a:t>
            </a:r>
          </a:p>
          <a:p>
            <a:pPr algn="l">
              <a:lnSpc>
                <a:spcPts val="3578"/>
              </a:lnSpc>
            </a:pPr>
            <a:r>
              <a:rPr lang="en-US" sz="3035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Detect suspicious activities</a:t>
            </a:r>
          </a:p>
          <a:p>
            <a:pPr algn="l">
              <a:lnSpc>
                <a:spcPts val="3578"/>
              </a:lnSpc>
            </a:pPr>
            <a:r>
              <a:rPr lang="en-US" sz="3035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Identify security alerts</a:t>
            </a:r>
          </a:p>
          <a:p>
            <a:pPr algn="l">
              <a:lnSpc>
                <a:spcPts val="3578"/>
              </a:lnSpc>
            </a:pPr>
            <a:r>
              <a:rPr lang="en-US" sz="3035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Perform basic incident response analysis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936604" y="-1419"/>
            <a:ext cx="8351520" cy="10274808"/>
            <a:chOff x="0" y="0"/>
            <a:chExt cx="11135360" cy="136997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35360" cy="13699744"/>
            </a:xfrm>
            <a:custGeom>
              <a:avLst/>
              <a:gdLst/>
              <a:ahLst/>
              <a:cxnLst/>
              <a:rect r="r" b="b" t="t" l="l"/>
              <a:pathLst>
                <a:path h="13699744" w="11135360">
                  <a:moveTo>
                    <a:pt x="0" y="0"/>
                  </a:moveTo>
                  <a:lnTo>
                    <a:pt x="11135360" y="0"/>
                  </a:lnTo>
                  <a:lnTo>
                    <a:pt x="11135360" y="13699744"/>
                  </a:lnTo>
                  <a:lnTo>
                    <a:pt x="0" y="13699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9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257" y="-895"/>
            <a:ext cx="484632" cy="7796784"/>
          </a:xfrm>
          <a:custGeom>
            <a:avLst/>
            <a:gdLst/>
            <a:ahLst/>
            <a:cxnLst/>
            <a:rect r="r" b="b" t="t" l="l"/>
            <a:pathLst>
              <a:path h="7796784" w="484632">
                <a:moveTo>
                  <a:pt x="0" y="0"/>
                </a:moveTo>
                <a:lnTo>
                  <a:pt x="484632" y="0"/>
                </a:lnTo>
                <a:lnTo>
                  <a:pt x="484632" y="7796784"/>
                </a:lnTo>
                <a:lnTo>
                  <a:pt x="0" y="77967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37228" y="5710247"/>
            <a:ext cx="8619744" cy="4578096"/>
            <a:chOff x="0" y="0"/>
            <a:chExt cx="11492992" cy="6104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37" y="1791"/>
              <a:ext cx="11493500" cy="6100547"/>
            </a:xfrm>
            <a:custGeom>
              <a:avLst/>
              <a:gdLst/>
              <a:ahLst/>
              <a:cxnLst/>
              <a:rect r="r" b="b" t="t" l="l"/>
              <a:pathLst>
                <a:path h="6100547" w="11493500">
                  <a:moveTo>
                    <a:pt x="0" y="0"/>
                  </a:moveTo>
                  <a:lnTo>
                    <a:pt x="11493499" y="0"/>
                  </a:lnTo>
                  <a:lnTo>
                    <a:pt x="11493499" y="6100546"/>
                  </a:lnTo>
                  <a:lnTo>
                    <a:pt x="0" y="6100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" t="-12" r="10" b="-8838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9335" y="5565019"/>
            <a:ext cx="573024" cy="487680"/>
            <a:chOff x="0" y="0"/>
            <a:chExt cx="764032" cy="650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59" y="1168"/>
              <a:ext cx="762000" cy="647700"/>
            </a:xfrm>
            <a:custGeom>
              <a:avLst/>
              <a:gdLst/>
              <a:ahLst/>
              <a:cxnLst/>
              <a:rect r="r" b="b" t="t" l="l"/>
              <a:pathLst>
                <a:path h="6477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21" t="-15" r="-288" b="-37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09335" y="783793"/>
            <a:ext cx="573024" cy="487680"/>
            <a:chOff x="0" y="0"/>
            <a:chExt cx="764032" cy="650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59" y="1168"/>
              <a:ext cx="762000" cy="647700"/>
            </a:xfrm>
            <a:custGeom>
              <a:avLst/>
              <a:gdLst/>
              <a:ahLst/>
              <a:cxnLst/>
              <a:rect r="r" b="b" t="t" l="l"/>
              <a:pathLst>
                <a:path h="6477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21" t="-15" r="-288" b="-37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257" y="-886"/>
            <a:ext cx="484632" cy="7796784"/>
            <a:chOff x="0" y="1"/>
            <a:chExt cx="2017154" cy="324792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-1"/>
              <a:ext cx="2017150" cy="32479225"/>
            </a:xfrm>
            <a:custGeom>
              <a:avLst/>
              <a:gdLst/>
              <a:ahLst/>
              <a:cxnLst/>
              <a:rect r="r" b="b" t="t" l="l"/>
              <a:pathLst>
                <a:path h="32479225" w="2017150">
                  <a:moveTo>
                    <a:pt x="2017150" y="0"/>
                  </a:moveTo>
                  <a:lnTo>
                    <a:pt x="2017150" y="32479225"/>
                  </a:lnTo>
                  <a:lnTo>
                    <a:pt x="0" y="32479225"/>
                  </a:lnTo>
                  <a:lnTo>
                    <a:pt x="0" y="0"/>
                  </a:lnTo>
                  <a:lnTo>
                    <a:pt x="201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8373" y="783336"/>
            <a:ext cx="576072" cy="490728"/>
            <a:chOff x="5457328" y="3269465"/>
            <a:chExt cx="2388781" cy="20335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" y="-3"/>
              <a:ext cx="2388781" cy="2033575"/>
            </a:xfrm>
            <a:custGeom>
              <a:avLst/>
              <a:gdLst/>
              <a:ahLst/>
              <a:cxnLst/>
              <a:rect r="r" b="b" t="t" l="l"/>
              <a:pathLst>
                <a:path h="2033575" w="2388781">
                  <a:moveTo>
                    <a:pt x="2388781" y="0"/>
                  </a:moveTo>
                  <a:lnTo>
                    <a:pt x="2388781" y="2033575"/>
                  </a:lnTo>
                  <a:lnTo>
                    <a:pt x="0" y="2033575"/>
                  </a:lnTo>
                  <a:lnTo>
                    <a:pt x="0" y="0"/>
                  </a:lnTo>
                  <a:lnTo>
                    <a:pt x="238878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8373" y="5564562"/>
            <a:ext cx="576072" cy="490728"/>
            <a:chOff x="5457328" y="23191237"/>
            <a:chExt cx="2388781" cy="20335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" y="5"/>
              <a:ext cx="2388781" cy="2033561"/>
            </a:xfrm>
            <a:custGeom>
              <a:avLst/>
              <a:gdLst/>
              <a:ahLst/>
              <a:cxnLst/>
              <a:rect r="r" b="b" t="t" l="l"/>
              <a:pathLst>
                <a:path h="2033561" w="2388781">
                  <a:moveTo>
                    <a:pt x="2388781" y="0"/>
                  </a:moveTo>
                  <a:lnTo>
                    <a:pt x="2388781" y="2033561"/>
                  </a:lnTo>
                  <a:lnTo>
                    <a:pt x="0" y="2033561"/>
                  </a:lnTo>
                  <a:lnTo>
                    <a:pt x="0" y="0"/>
                  </a:lnTo>
                  <a:lnTo>
                    <a:pt x="238878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37275" y="5711076"/>
            <a:ext cx="8619744" cy="8619744"/>
            <a:chOff x="4740747" y="23798254"/>
            <a:chExt cx="35911422" cy="359114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2" y="-3"/>
              <a:ext cx="35911426" cy="35911420"/>
            </a:xfrm>
            <a:custGeom>
              <a:avLst/>
              <a:gdLst/>
              <a:ahLst/>
              <a:cxnLst/>
              <a:rect r="r" b="b" t="t" l="l"/>
              <a:pathLst>
                <a:path h="35911420" w="35911426">
                  <a:moveTo>
                    <a:pt x="35911426" y="0"/>
                  </a:moveTo>
                  <a:lnTo>
                    <a:pt x="35911426" y="35911420"/>
                  </a:lnTo>
                  <a:lnTo>
                    <a:pt x="0" y="35911420"/>
                  </a:lnTo>
                  <a:lnTo>
                    <a:pt x="0" y="0"/>
                  </a:lnTo>
                  <a:lnTo>
                    <a:pt x="3591142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961169" y="564051"/>
            <a:ext cx="3066040" cy="78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1"/>
              </a:lnSpc>
            </a:pPr>
            <a:r>
              <a:rPr lang="en-US" b="true" sz="446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Used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11845" y="5352155"/>
            <a:ext cx="7686551" cy="78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5"/>
              </a:lnSpc>
            </a:pPr>
            <a:r>
              <a:rPr lang="en-US" b="true" sz="44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Uploading Logs into splunk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9754" y="1531591"/>
            <a:ext cx="4305881" cy="173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2607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Splunk Enterprise</a:t>
            </a:r>
          </a:p>
          <a:p>
            <a:pPr algn="l">
              <a:lnSpc>
                <a:spcPts val="4725"/>
              </a:lnSpc>
            </a:pPr>
            <a:r>
              <a:rPr lang="en-US" sz="2607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Sample Security Logs</a:t>
            </a:r>
          </a:p>
          <a:p>
            <a:pPr algn="l">
              <a:lnSpc>
                <a:spcPts val="4725"/>
              </a:lnSpc>
            </a:pPr>
            <a:r>
              <a:rPr lang="en-US" sz="2607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Windows Operating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75368" y="6592910"/>
            <a:ext cx="4062336" cy="149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607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Created sample_logs.txt</a:t>
            </a:r>
          </a:p>
          <a:p>
            <a:pPr algn="l">
              <a:lnSpc>
                <a:spcPts val="4049"/>
              </a:lnSpc>
            </a:pPr>
            <a:r>
              <a:rPr lang="en-US" sz="2607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Uploaded logs into Splunk • Indexed logs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364437" y="-3315"/>
            <a:ext cx="485775" cy="5629275"/>
            <a:chOff x="0" y="0"/>
            <a:chExt cx="647700" cy="7505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700" cy="7505700"/>
            </a:xfrm>
            <a:custGeom>
              <a:avLst/>
              <a:gdLst/>
              <a:ahLst/>
              <a:cxnLst/>
              <a:rect r="r" b="b" t="t" l="l"/>
              <a:pathLst>
                <a:path h="7505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7505700"/>
                  </a:lnTo>
                  <a:lnTo>
                    <a:pt x="0" y="750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7" r="0" b="2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41797" y="7298769"/>
            <a:ext cx="6048375" cy="2990850"/>
            <a:chOff x="0" y="0"/>
            <a:chExt cx="8064500" cy="398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896" y="3493"/>
              <a:ext cx="8058708" cy="3980815"/>
            </a:xfrm>
            <a:custGeom>
              <a:avLst/>
              <a:gdLst/>
              <a:ahLst/>
              <a:cxnLst/>
              <a:rect r="r" b="b" t="t" l="l"/>
              <a:pathLst>
                <a:path h="3980815" w="8058708">
                  <a:moveTo>
                    <a:pt x="0" y="0"/>
                  </a:moveTo>
                  <a:lnTo>
                    <a:pt x="8058708" y="0"/>
                  </a:lnTo>
                  <a:lnTo>
                    <a:pt x="8058708" y="3980815"/>
                  </a:lnTo>
                  <a:lnTo>
                    <a:pt x="0" y="3980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" t="-9" r="-26700" b="-15649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26659" y="1028700"/>
            <a:ext cx="13439326" cy="8399578"/>
            <a:chOff x="0" y="0"/>
            <a:chExt cx="14224000" cy="889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8890000"/>
                  </a:lnTo>
                  <a:lnTo>
                    <a:pt x="0" y="889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2224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364437" y="-2175348"/>
            <a:ext cx="485775" cy="7800975"/>
            <a:chOff x="23153682" y="-2896487"/>
            <a:chExt cx="645490" cy="10393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" y="-2"/>
              <a:ext cx="645491" cy="10393350"/>
            </a:xfrm>
            <a:custGeom>
              <a:avLst/>
              <a:gdLst/>
              <a:ahLst/>
              <a:cxnLst/>
              <a:rect r="r" b="b" t="t" l="l"/>
              <a:pathLst>
                <a:path h="10393350" w="645491">
                  <a:moveTo>
                    <a:pt x="645491" y="0"/>
                  </a:moveTo>
                  <a:lnTo>
                    <a:pt x="645491" y="10393350"/>
                  </a:lnTo>
                  <a:lnTo>
                    <a:pt x="0" y="10393350"/>
                  </a:lnTo>
                  <a:lnTo>
                    <a:pt x="0" y="0"/>
                  </a:lnTo>
                  <a:lnTo>
                    <a:pt x="64549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243673" y="7301103"/>
            <a:ext cx="7658100" cy="7658100"/>
            <a:chOff x="16325284" y="9735186"/>
            <a:chExt cx="10210038" cy="102100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6" y="-1"/>
              <a:ext cx="10210039" cy="10210038"/>
            </a:xfrm>
            <a:custGeom>
              <a:avLst/>
              <a:gdLst/>
              <a:ahLst/>
              <a:cxnLst/>
              <a:rect r="r" b="b" t="t" l="l"/>
              <a:pathLst>
                <a:path h="10210038" w="10210039">
                  <a:moveTo>
                    <a:pt x="10210039" y="0"/>
                  </a:moveTo>
                  <a:lnTo>
                    <a:pt x="10210039" y="10210038"/>
                  </a:lnTo>
                  <a:lnTo>
                    <a:pt x="0" y="10210038"/>
                  </a:lnTo>
                  <a:lnTo>
                    <a:pt x="0" y="0"/>
                  </a:lnTo>
                  <a:lnTo>
                    <a:pt x="1021003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2388" y="431683"/>
            <a:ext cx="571500" cy="485775"/>
            <a:chOff x="0" y="0"/>
            <a:chExt cx="762000" cy="64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457" y="-102"/>
              <a:ext cx="762000" cy="647700"/>
            </a:xfrm>
            <a:custGeom>
              <a:avLst/>
              <a:gdLst/>
              <a:ahLst/>
              <a:cxnLst/>
              <a:rect r="r" b="b" t="t" l="l"/>
              <a:pathLst>
                <a:path h="6477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78" t="-799" r="-988" b="-116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82448" y="-1372"/>
            <a:ext cx="3810000" cy="4591050"/>
            <a:chOff x="0" y="0"/>
            <a:chExt cx="5080000" cy="6121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931" y="1829"/>
              <a:ext cx="5068138" cy="6117742"/>
            </a:xfrm>
            <a:custGeom>
              <a:avLst/>
              <a:gdLst/>
              <a:ahLst/>
              <a:cxnLst/>
              <a:rect r="r" b="b" t="t" l="l"/>
              <a:pathLst>
                <a:path h="6117742" w="5068138">
                  <a:moveTo>
                    <a:pt x="0" y="0"/>
                  </a:moveTo>
                  <a:lnTo>
                    <a:pt x="5068138" y="0"/>
                  </a:lnTo>
                  <a:lnTo>
                    <a:pt x="5068138" y="6117742"/>
                  </a:lnTo>
                  <a:lnTo>
                    <a:pt x="0" y="6117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9" t="-43537" r="-73295" b="-11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98300" y="-1143"/>
            <a:ext cx="4991100" cy="542925"/>
            <a:chOff x="0" y="0"/>
            <a:chExt cx="6654800" cy="723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54800" cy="723900"/>
            </a:xfrm>
            <a:custGeom>
              <a:avLst/>
              <a:gdLst/>
              <a:ahLst/>
              <a:cxnLst/>
              <a:rect r="r" b="b" t="t" l="l"/>
              <a:pathLst>
                <a:path h="723900" w="6654800">
                  <a:moveTo>
                    <a:pt x="0" y="0"/>
                  </a:moveTo>
                  <a:lnTo>
                    <a:pt x="6654800" y="0"/>
                  </a:lnTo>
                  <a:lnTo>
                    <a:pt x="66548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829" y="6583270"/>
            <a:ext cx="485775" cy="3705225"/>
            <a:chOff x="0" y="0"/>
            <a:chExt cx="647700" cy="4940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7700" cy="4940300"/>
            </a:xfrm>
            <a:custGeom>
              <a:avLst/>
              <a:gdLst/>
              <a:ahLst/>
              <a:cxnLst/>
              <a:rect r="r" b="b" t="t" l="l"/>
              <a:pathLst>
                <a:path h="49403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940300"/>
                  </a:lnTo>
                  <a:lnTo>
                    <a:pt x="0" y="494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91988" y="3714236"/>
            <a:ext cx="10772775" cy="6057900"/>
            <a:chOff x="0" y="0"/>
            <a:chExt cx="14363700" cy="807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63700" cy="8077200"/>
            </a:xfrm>
            <a:custGeom>
              <a:avLst/>
              <a:gdLst/>
              <a:ahLst/>
              <a:cxnLst/>
              <a:rect r="r" b="b" t="t" l="l"/>
              <a:pathLst>
                <a:path h="8077200" w="14363700">
                  <a:moveTo>
                    <a:pt x="0" y="0"/>
                  </a:moveTo>
                  <a:lnTo>
                    <a:pt x="14363700" y="0"/>
                  </a:lnTo>
                  <a:lnTo>
                    <a:pt x="14363700" y="8077200"/>
                  </a:lnTo>
                  <a:lnTo>
                    <a:pt x="0" y="807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635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829" y="6580041"/>
            <a:ext cx="485775" cy="6391275"/>
            <a:chOff x="0" y="8779679"/>
            <a:chExt cx="645490" cy="85091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-4"/>
              <a:ext cx="645490" cy="8509127"/>
            </a:xfrm>
            <a:custGeom>
              <a:avLst/>
              <a:gdLst/>
              <a:ahLst/>
              <a:cxnLst/>
              <a:rect r="r" b="b" t="t" l="l"/>
              <a:pathLst>
                <a:path h="8509127" w="645490">
                  <a:moveTo>
                    <a:pt x="645490" y="0"/>
                  </a:moveTo>
                  <a:lnTo>
                    <a:pt x="645490" y="8509127"/>
                  </a:lnTo>
                  <a:lnTo>
                    <a:pt x="0" y="8509127"/>
                  </a:lnTo>
                  <a:lnTo>
                    <a:pt x="0" y="0"/>
                  </a:lnTo>
                  <a:lnTo>
                    <a:pt x="64549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8188" y="427996"/>
            <a:ext cx="581025" cy="495300"/>
            <a:chOff x="989394" y="575487"/>
            <a:chExt cx="764413" cy="6507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1" y="1"/>
              <a:ext cx="764413" cy="650736"/>
            </a:xfrm>
            <a:custGeom>
              <a:avLst/>
              <a:gdLst/>
              <a:ahLst/>
              <a:cxnLst/>
              <a:rect r="r" b="b" t="t" l="l"/>
              <a:pathLst>
                <a:path h="650736" w="764413">
                  <a:moveTo>
                    <a:pt x="764413" y="0"/>
                  </a:moveTo>
                  <a:lnTo>
                    <a:pt x="764413" y="650736"/>
                  </a:lnTo>
                  <a:lnTo>
                    <a:pt x="0" y="650736"/>
                  </a:lnTo>
                  <a:lnTo>
                    <a:pt x="0" y="0"/>
                  </a:lnTo>
                  <a:lnTo>
                    <a:pt x="76441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295690" y="-1169832"/>
            <a:ext cx="11877675" cy="1714500"/>
            <a:chOff x="17732935" y="-1554414"/>
            <a:chExt cx="15826207" cy="2275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-2" y="-5"/>
              <a:ext cx="15826207" cy="2275280"/>
            </a:xfrm>
            <a:custGeom>
              <a:avLst/>
              <a:gdLst/>
              <a:ahLst/>
              <a:cxnLst/>
              <a:rect r="r" b="b" t="t" l="l"/>
              <a:pathLst>
                <a:path h="2275280" w="15826207">
                  <a:moveTo>
                    <a:pt x="15826207" y="0"/>
                  </a:moveTo>
                  <a:lnTo>
                    <a:pt x="15826207" y="2275279"/>
                  </a:lnTo>
                  <a:lnTo>
                    <a:pt x="0" y="2275279"/>
                  </a:lnTo>
                  <a:lnTo>
                    <a:pt x="0" y="0"/>
                  </a:lnTo>
                  <a:lnTo>
                    <a:pt x="1582620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82772" y="-1997593"/>
            <a:ext cx="6591300" cy="6591300"/>
            <a:chOff x="19315860" y="-2657964"/>
            <a:chExt cx="8777414" cy="87774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" y="-5"/>
              <a:ext cx="8777417" cy="8777417"/>
            </a:xfrm>
            <a:custGeom>
              <a:avLst/>
              <a:gdLst/>
              <a:ahLst/>
              <a:cxnLst/>
              <a:rect r="r" b="b" t="t" l="l"/>
              <a:pathLst>
                <a:path h="8777417" w="8777417">
                  <a:moveTo>
                    <a:pt x="8777417" y="0"/>
                  </a:moveTo>
                  <a:lnTo>
                    <a:pt x="8777417" y="8777417"/>
                  </a:lnTo>
                  <a:lnTo>
                    <a:pt x="0" y="8777417"/>
                  </a:lnTo>
                  <a:lnTo>
                    <a:pt x="0" y="0"/>
                  </a:lnTo>
                  <a:lnTo>
                    <a:pt x="87774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68291" y="41262"/>
            <a:ext cx="10250805" cy="117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85"/>
              </a:lnSpc>
            </a:pPr>
            <a:r>
              <a:rPr lang="en-US" b="true" sz="6917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FAILED LOGIN DETECTION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97131" y="1740789"/>
            <a:ext cx="83658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68291" y="1740789"/>
            <a:ext cx="6627047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6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Multiple failedlogin attempts detected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8291" y="2245614"/>
            <a:ext cx="6497574" cy="1196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26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Possible brute-force activity observed • Alert severity classified as Medium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52836" y="3446078"/>
            <a:ext cx="10562896" cy="6429375"/>
            <a:chOff x="0" y="0"/>
            <a:chExt cx="14083862" cy="857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83861" cy="8572500"/>
            </a:xfrm>
            <a:custGeom>
              <a:avLst/>
              <a:gdLst/>
              <a:ahLst/>
              <a:cxnLst/>
              <a:rect r="r" b="b" t="t" l="l"/>
              <a:pathLst>
                <a:path h="8572500" w="14083861">
                  <a:moveTo>
                    <a:pt x="0" y="0"/>
                  </a:moveTo>
                  <a:lnTo>
                    <a:pt x="14083861" y="0"/>
                  </a:lnTo>
                  <a:lnTo>
                    <a:pt x="14083861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99" t="0" r="-1537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8385" y="346015"/>
            <a:ext cx="571500" cy="485775"/>
            <a:chOff x="0" y="0"/>
            <a:chExt cx="762000" cy="647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457" y="-102"/>
              <a:ext cx="762000" cy="647700"/>
            </a:xfrm>
            <a:custGeom>
              <a:avLst/>
              <a:gdLst/>
              <a:ahLst/>
              <a:cxnLst/>
              <a:rect r="r" b="b" t="t" l="l"/>
              <a:pathLst>
                <a:path h="6477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78" t="-799" r="-988" b="-116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4184" y="342319"/>
            <a:ext cx="581025" cy="495300"/>
            <a:chOff x="850717" y="461251"/>
            <a:chExt cx="764413" cy="6507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" y="1"/>
              <a:ext cx="764413" cy="650737"/>
            </a:xfrm>
            <a:custGeom>
              <a:avLst/>
              <a:gdLst/>
              <a:ahLst/>
              <a:cxnLst/>
              <a:rect r="r" b="b" t="t" l="l"/>
              <a:pathLst>
                <a:path h="650737" w="764413">
                  <a:moveTo>
                    <a:pt x="764413" y="0"/>
                  </a:moveTo>
                  <a:lnTo>
                    <a:pt x="764413" y="650737"/>
                  </a:lnTo>
                  <a:lnTo>
                    <a:pt x="0" y="650737"/>
                  </a:lnTo>
                  <a:lnTo>
                    <a:pt x="0" y="0"/>
                  </a:lnTo>
                  <a:lnTo>
                    <a:pt x="76441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68291" y="46968"/>
            <a:ext cx="7500309" cy="99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b="true" sz="5787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MALWARE DETECTION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85968" y="1570844"/>
            <a:ext cx="85468" cy="43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2607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8291" y="1570844"/>
            <a:ext cx="5011112" cy="43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2607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Malware activitydetectedin logs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8291" y="2066144"/>
            <a:ext cx="7458904" cy="109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3"/>
              </a:lnSpc>
            </a:pPr>
            <a:r>
              <a:rPr lang="en-US" sz="2607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System monitoring identified suspicious behavior • Alert severity classified as High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9968" y="689496"/>
            <a:ext cx="571500" cy="485775"/>
            <a:chOff x="0" y="0"/>
            <a:chExt cx="762000" cy="64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457" y="-102"/>
              <a:ext cx="762000" cy="647700"/>
            </a:xfrm>
            <a:custGeom>
              <a:avLst/>
              <a:gdLst/>
              <a:ahLst/>
              <a:cxnLst/>
              <a:rect r="r" b="b" t="t" l="l"/>
              <a:pathLst>
                <a:path h="6477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78" t="-799" r="-988" b="-116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127720" y="0"/>
            <a:ext cx="2162175" cy="10287000"/>
            <a:chOff x="0" y="0"/>
            <a:chExt cx="28829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882900">
                  <a:moveTo>
                    <a:pt x="0" y="0"/>
                  </a:moveTo>
                  <a:lnTo>
                    <a:pt x="2882900" y="0"/>
                  </a:lnTo>
                  <a:lnTo>
                    <a:pt x="28829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94407" y="-3067"/>
            <a:ext cx="3295650" cy="3657600"/>
            <a:chOff x="0" y="0"/>
            <a:chExt cx="4394200" cy="487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743" y="4089"/>
              <a:ext cx="4388714" cy="4868621"/>
            </a:xfrm>
            <a:custGeom>
              <a:avLst/>
              <a:gdLst/>
              <a:ahLst/>
              <a:cxnLst/>
              <a:rect r="r" b="b" t="t" l="l"/>
              <a:pathLst>
                <a:path h="4868621" w="4388714">
                  <a:moveTo>
                    <a:pt x="0" y="0"/>
                  </a:moveTo>
                  <a:lnTo>
                    <a:pt x="4388714" y="0"/>
                  </a:lnTo>
                  <a:lnTo>
                    <a:pt x="4388714" y="4868622"/>
                  </a:lnTo>
                  <a:lnTo>
                    <a:pt x="0" y="486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6" t="-80364" r="-100123" b="-14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771912" y="3212763"/>
            <a:ext cx="11389703" cy="6779585"/>
            <a:chOff x="0" y="0"/>
            <a:chExt cx="13868400" cy="825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684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3868400">
                  <a:moveTo>
                    <a:pt x="0" y="0"/>
                  </a:moveTo>
                  <a:lnTo>
                    <a:pt x="13868400" y="0"/>
                  </a:lnTo>
                  <a:lnTo>
                    <a:pt x="13868400" y="8255000"/>
                  </a:lnTo>
                  <a:lnTo>
                    <a:pt x="0" y="825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359" t="0" r="-435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5767" y="685800"/>
            <a:ext cx="581025" cy="495300"/>
            <a:chOff x="1079500" y="919229"/>
            <a:chExt cx="764413" cy="6507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-3"/>
              <a:ext cx="764413" cy="650748"/>
            </a:xfrm>
            <a:custGeom>
              <a:avLst/>
              <a:gdLst/>
              <a:ahLst/>
              <a:cxnLst/>
              <a:rect r="r" b="b" t="t" l="l"/>
              <a:pathLst>
                <a:path h="650748" w="764413">
                  <a:moveTo>
                    <a:pt x="764413" y="0"/>
                  </a:moveTo>
                  <a:lnTo>
                    <a:pt x="764413" y="650748"/>
                  </a:lnTo>
                  <a:lnTo>
                    <a:pt x="0" y="650748"/>
                  </a:lnTo>
                  <a:lnTo>
                    <a:pt x="0" y="0"/>
                  </a:lnTo>
                  <a:lnTo>
                    <a:pt x="76441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992350" y="-2934424"/>
            <a:ext cx="6591300" cy="6591300"/>
            <a:chOff x="19995295" y="-3907067"/>
            <a:chExt cx="8777414" cy="87774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" y="3"/>
              <a:ext cx="8777401" cy="8777417"/>
            </a:xfrm>
            <a:custGeom>
              <a:avLst/>
              <a:gdLst/>
              <a:ahLst/>
              <a:cxnLst/>
              <a:rect r="r" b="b" t="t" l="l"/>
              <a:pathLst>
                <a:path h="8777417" w="8777401">
                  <a:moveTo>
                    <a:pt x="8777401" y="0"/>
                  </a:moveTo>
                  <a:lnTo>
                    <a:pt x="8777401" y="8777416"/>
                  </a:lnTo>
                  <a:lnTo>
                    <a:pt x="0" y="8777416"/>
                  </a:lnTo>
                  <a:lnTo>
                    <a:pt x="0" y="0"/>
                  </a:lnTo>
                  <a:lnTo>
                    <a:pt x="877740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125825" y="-3052762"/>
            <a:ext cx="2266950" cy="16392525"/>
            <a:chOff x="21506307" y="-4064791"/>
            <a:chExt cx="3012186" cy="218455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5"/>
              <a:ext cx="3012185" cy="21845578"/>
            </a:xfrm>
            <a:custGeom>
              <a:avLst/>
              <a:gdLst/>
              <a:ahLst/>
              <a:cxnLst/>
              <a:rect r="r" b="b" t="t" l="l"/>
              <a:pathLst>
                <a:path h="21845578" w="3012185">
                  <a:moveTo>
                    <a:pt x="3012186" y="0"/>
                  </a:moveTo>
                  <a:lnTo>
                    <a:pt x="3012186" y="21845578"/>
                  </a:lnTo>
                  <a:lnTo>
                    <a:pt x="0" y="21845578"/>
                  </a:lnTo>
                  <a:lnTo>
                    <a:pt x="0" y="0"/>
                  </a:lnTo>
                  <a:lnTo>
                    <a:pt x="301218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85112" y="390220"/>
            <a:ext cx="11684251" cy="100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7"/>
              </a:lnSpc>
            </a:pPr>
            <a:r>
              <a:rPr lang="en-US" b="true" sz="5855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UNAUTHORIZED ACCESS ATTEMPT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13424" y="1696126"/>
            <a:ext cx="68799" cy="34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5112" y="1696126"/>
            <a:ext cx="5688349" cy="34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Unauthorizedadminaccess attemptidentified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85112" y="2096176"/>
            <a:ext cx="4987985" cy="93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Suspicious activity requires investigation • Alert severity classified as High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62288" y="2882484"/>
            <a:ext cx="12163425" cy="6829425"/>
            <a:chOff x="0" y="0"/>
            <a:chExt cx="16217900" cy="9105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17900" cy="9105900"/>
            </a:xfrm>
            <a:custGeom>
              <a:avLst/>
              <a:gdLst/>
              <a:ahLst/>
              <a:cxnLst/>
              <a:rect r="r" b="b" t="t" l="l"/>
              <a:pathLst>
                <a:path h="9105900" w="16217900">
                  <a:moveTo>
                    <a:pt x="0" y="0"/>
                  </a:moveTo>
                  <a:lnTo>
                    <a:pt x="16217900" y="0"/>
                  </a:lnTo>
                  <a:lnTo>
                    <a:pt x="16217900" y="9105900"/>
                  </a:lnTo>
                  <a:lnTo>
                    <a:pt x="0" y="910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644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9968" y="689496"/>
            <a:ext cx="571500" cy="485775"/>
            <a:chOff x="0" y="0"/>
            <a:chExt cx="762000" cy="647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457" y="-102"/>
              <a:ext cx="762000" cy="647700"/>
            </a:xfrm>
            <a:custGeom>
              <a:avLst/>
              <a:gdLst/>
              <a:ahLst/>
              <a:cxnLst/>
              <a:rect r="r" b="b" t="t" l="l"/>
              <a:pathLst>
                <a:path h="6477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78" t="-799" r="-988" b="-116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5767" y="685800"/>
            <a:ext cx="581025" cy="495300"/>
            <a:chOff x="1079500" y="919229"/>
            <a:chExt cx="764413" cy="6507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-3"/>
              <a:ext cx="764413" cy="650748"/>
            </a:xfrm>
            <a:custGeom>
              <a:avLst/>
              <a:gdLst/>
              <a:ahLst/>
              <a:cxnLst/>
              <a:rect r="r" b="b" t="t" l="l"/>
              <a:pathLst>
                <a:path h="650748" w="764413">
                  <a:moveTo>
                    <a:pt x="764413" y="0"/>
                  </a:moveTo>
                  <a:lnTo>
                    <a:pt x="764413" y="650748"/>
                  </a:lnTo>
                  <a:lnTo>
                    <a:pt x="0" y="650748"/>
                  </a:lnTo>
                  <a:lnTo>
                    <a:pt x="0" y="0"/>
                  </a:lnTo>
                  <a:lnTo>
                    <a:pt x="76441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85112" y="390220"/>
            <a:ext cx="6761778" cy="100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7"/>
              </a:lnSpc>
            </a:pPr>
            <a:r>
              <a:rPr lang="en-US" b="true" sz="5855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LOG VISUALIZATION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84744" y="1696126"/>
            <a:ext cx="68799" cy="34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5112" y="1696126"/>
            <a:ext cx="5322399" cy="34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Splunk visualization graphsweregenerated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5112" y="2191426"/>
            <a:ext cx="5746804" cy="34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Charts help monitor security events effectively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9206" y="688543"/>
            <a:ext cx="573024" cy="487680"/>
            <a:chOff x="0" y="0"/>
            <a:chExt cx="764032" cy="650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59" y="1168"/>
              <a:ext cx="762000" cy="647700"/>
            </a:xfrm>
            <a:custGeom>
              <a:avLst/>
              <a:gdLst/>
              <a:ahLst/>
              <a:cxnLst/>
              <a:rect r="r" b="b" t="t" l="l"/>
              <a:pathLst>
                <a:path h="6477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21" t="-15" r="-288" b="-37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80744" y="6434328"/>
            <a:ext cx="11390376" cy="865632"/>
            <a:chOff x="0" y="0"/>
            <a:chExt cx="15187168" cy="11541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87168" cy="1154176"/>
            </a:xfrm>
            <a:custGeom>
              <a:avLst/>
              <a:gdLst/>
              <a:ahLst/>
              <a:cxnLst/>
              <a:rect r="r" b="b" t="t" l="l"/>
              <a:pathLst>
                <a:path h="1154176" w="15187168">
                  <a:moveTo>
                    <a:pt x="0" y="0"/>
                  </a:moveTo>
                  <a:lnTo>
                    <a:pt x="15187168" y="0"/>
                  </a:lnTo>
                  <a:lnTo>
                    <a:pt x="15187168" y="1154176"/>
                  </a:lnTo>
                  <a:lnTo>
                    <a:pt x="0" y="1154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122" t="-743309" r="-48434" b="-3450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9206" y="5142624"/>
            <a:ext cx="573024" cy="487680"/>
            <a:chOff x="0" y="0"/>
            <a:chExt cx="764032" cy="65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59" y="1168"/>
              <a:ext cx="762000" cy="647700"/>
            </a:xfrm>
            <a:custGeom>
              <a:avLst/>
              <a:gdLst/>
              <a:ahLst/>
              <a:cxnLst/>
              <a:rect r="r" b="b" t="t" l="l"/>
              <a:pathLst>
                <a:path h="6477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21" t="-15" r="-288" b="-37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8244" y="688086"/>
            <a:ext cx="576072" cy="490728"/>
            <a:chOff x="3373438" y="2872590"/>
            <a:chExt cx="2388781" cy="20335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-3"/>
              <a:ext cx="2388781" cy="2033575"/>
            </a:xfrm>
            <a:custGeom>
              <a:avLst/>
              <a:gdLst/>
              <a:ahLst/>
              <a:cxnLst/>
              <a:rect r="r" b="b" t="t" l="l"/>
              <a:pathLst>
                <a:path h="2033575" w="2388781">
                  <a:moveTo>
                    <a:pt x="2388781" y="0"/>
                  </a:moveTo>
                  <a:lnTo>
                    <a:pt x="2388781" y="2033575"/>
                  </a:lnTo>
                  <a:lnTo>
                    <a:pt x="0" y="2033575"/>
                  </a:lnTo>
                  <a:lnTo>
                    <a:pt x="0" y="0"/>
                  </a:lnTo>
                  <a:lnTo>
                    <a:pt x="238878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8244" y="5142166"/>
            <a:ext cx="576072" cy="490728"/>
            <a:chOff x="3373438" y="21431248"/>
            <a:chExt cx="2388781" cy="20335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"/>
              <a:ext cx="2388781" cy="2033563"/>
            </a:xfrm>
            <a:custGeom>
              <a:avLst/>
              <a:gdLst/>
              <a:ahLst/>
              <a:cxnLst/>
              <a:rect r="r" b="b" t="t" l="l"/>
              <a:pathLst>
                <a:path h="2033563" w="2388781">
                  <a:moveTo>
                    <a:pt x="2388781" y="0"/>
                  </a:moveTo>
                  <a:lnTo>
                    <a:pt x="2388781" y="2033562"/>
                  </a:lnTo>
                  <a:lnTo>
                    <a:pt x="0" y="2033562"/>
                  </a:lnTo>
                  <a:lnTo>
                    <a:pt x="0" y="0"/>
                  </a:lnTo>
                  <a:lnTo>
                    <a:pt x="238878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112" y="4844301"/>
            <a:ext cx="4399150" cy="100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7"/>
              </a:lnSpc>
            </a:pPr>
            <a:r>
              <a:rPr lang="en-US" b="true" sz="5855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4315" y="6371139"/>
            <a:ext cx="78781" cy="39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403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5112" y="390220"/>
            <a:ext cx="7080333" cy="100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7"/>
              </a:lnSpc>
            </a:pPr>
            <a:r>
              <a:rPr lang="en-US" b="true" sz="5855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RECOMMENDATIONS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62727" y="1696126"/>
            <a:ext cx="68799" cy="34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5112" y="1696126"/>
            <a:ext cx="3236786" cy="34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Usestrongauthentication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5112" y="2096176"/>
            <a:ext cx="4194077" cy="143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Monitor suspicious login attempts • Restrict unauthorized access</a:t>
            </a:r>
          </a:p>
          <a:p>
            <a:pPr algn="l">
              <a:lnSpc>
                <a:spcPts val="3900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Perform regular log monitoring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2935" y="6371139"/>
            <a:ext cx="10300778" cy="40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403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Thisprojectprovided practical experience in SIEM monitoring,log analysis and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2935" y="6938286"/>
            <a:ext cx="5800877" cy="39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403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incident response using Splunk Enterprise.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DAHKq3NEZLc</dc:identifier>
  <dcterms:modified xsi:type="dcterms:W3CDTF">2011-08-01T06:04:30Z</dcterms:modified>
  <cp:revision>1</cp:revision>
  <dc:title>Presentation.pptx</dc:title>
</cp:coreProperties>
</file>